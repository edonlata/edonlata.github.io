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E626-53FD-5A58-3962-2C8908986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Bellabeat</a:t>
            </a:r>
            <a:r>
              <a:rPr lang="en-US" dirty="0"/>
              <a:t> Case Study: Smart Device Usage Insights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EC737-4476-F7EB-3ABD-D3E4EF3D8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Google Data Analytics Capstone Project</a:t>
            </a:r>
            <a:br>
              <a:rPr lang="en-US" dirty="0"/>
            </a:br>
            <a:r>
              <a:rPr lang="en-US" dirty="0"/>
              <a:t>Edon Lata</a:t>
            </a:r>
            <a:br>
              <a:rPr lang="en-US" dirty="0"/>
            </a:br>
            <a:r>
              <a:rPr lang="en-US" dirty="0"/>
              <a:t>11-17-25</a:t>
            </a:r>
          </a:p>
        </p:txBody>
      </p:sp>
    </p:spTree>
    <p:extLst>
      <p:ext uri="{BB962C8B-B14F-4D97-AF65-F5344CB8AC3E}">
        <p14:creationId xmlns:p14="http://schemas.microsoft.com/office/powerpoint/2010/main" val="411517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A61B-455D-A3CF-CDDF-DB0659B2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BB3B-C16B-9BD4-6322-5358CEE18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Bellabeat</a:t>
            </a:r>
            <a:r>
              <a:rPr lang="en-US" b="1" dirty="0"/>
              <a:t>?</a:t>
            </a:r>
            <a:br>
              <a:rPr lang="en-US" dirty="0"/>
            </a:br>
            <a:r>
              <a:rPr lang="en-US" dirty="0"/>
              <a:t>A high-tech wellness company that creates smart products designed for women.</a:t>
            </a:r>
          </a:p>
          <a:p>
            <a:r>
              <a:rPr lang="en-US" b="1" dirty="0"/>
              <a:t>Objective</a:t>
            </a:r>
            <a:br>
              <a:rPr lang="en-US" dirty="0"/>
            </a:br>
            <a:r>
              <a:rPr lang="en-US" dirty="0"/>
              <a:t>Analyze smart device data to understand user behavior and create actionable marketing recommendations.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47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FF95-D7D8-A2D7-7A96-70B2AE7A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AE614-DB51-D131-0D03-15D943AC0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Primary Question:</a:t>
            </a:r>
            <a:br>
              <a:rPr lang="en-US" dirty="0"/>
            </a:br>
            <a:r>
              <a:rPr lang="en-US" dirty="0"/>
              <a:t>How can </a:t>
            </a:r>
            <a:r>
              <a:rPr lang="en-US" dirty="0" err="1"/>
              <a:t>Bellabeat</a:t>
            </a:r>
            <a:r>
              <a:rPr lang="en-US" dirty="0"/>
              <a:t> use smart device data to improve marketing strategy and grow product engagement?</a:t>
            </a:r>
          </a:p>
          <a:p>
            <a:r>
              <a:rPr lang="en-US" b="1" dirty="0"/>
              <a:t>Key Deliverables</a:t>
            </a:r>
            <a:endParaRPr lang="en-US" dirty="0"/>
          </a:p>
          <a:p>
            <a:r>
              <a:rPr lang="en-US" dirty="0"/>
              <a:t>Identify trends in daily activity, sleep, and movement</a:t>
            </a:r>
          </a:p>
          <a:p>
            <a:r>
              <a:rPr lang="en-US" dirty="0"/>
              <a:t>Generate insights using data visualizations</a:t>
            </a:r>
          </a:p>
          <a:p>
            <a:r>
              <a:rPr lang="en-US" dirty="0"/>
              <a:t>Recommend high-level marketing strategies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33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4592-23AD-B456-6814-59036E92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7CD9F-20B3-2F84-1C1D-130E5397B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Fitbit Public Dataset (CC0 License)</a:t>
            </a:r>
            <a:endParaRPr lang="en-US" dirty="0"/>
          </a:p>
          <a:p>
            <a:r>
              <a:rPr lang="en-US" dirty="0"/>
              <a:t>30 users</a:t>
            </a:r>
          </a:p>
          <a:p>
            <a:r>
              <a:rPr lang="en-US" dirty="0"/>
              <a:t>Daily activity, steps, calories</a:t>
            </a:r>
          </a:p>
          <a:p>
            <a:r>
              <a:rPr lang="en-US" dirty="0"/>
              <a:t>Sleep logs</a:t>
            </a:r>
          </a:p>
          <a:p>
            <a:r>
              <a:rPr lang="en-US" dirty="0"/>
              <a:t>Heart rate (unused)</a:t>
            </a:r>
          </a:p>
          <a:p>
            <a:r>
              <a:rPr lang="en-US" dirty="0"/>
              <a:t>Minute-level detail</a:t>
            </a:r>
          </a:p>
          <a:p>
            <a:r>
              <a:rPr lang="en-US" b="1" dirty="0"/>
              <a:t>Tools Used</a:t>
            </a:r>
            <a:endParaRPr lang="en-US" dirty="0"/>
          </a:p>
          <a:p>
            <a:r>
              <a:rPr lang="en-US" dirty="0"/>
              <a:t>Tableau Public</a:t>
            </a:r>
          </a:p>
          <a:p>
            <a:r>
              <a:rPr lang="en-US" dirty="0"/>
              <a:t>R (for minor preparation)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7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860D-4565-365B-5DED-E1618A18E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E5A25-FB43-A157-5BBA-EE826DDD2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 Performed</a:t>
            </a:r>
            <a:endParaRPr lang="en-US" dirty="0"/>
          </a:p>
          <a:p>
            <a:r>
              <a:rPr lang="en-US" dirty="0"/>
              <a:t>Imported CSV files</a:t>
            </a:r>
          </a:p>
          <a:p>
            <a:r>
              <a:rPr lang="en-US" dirty="0"/>
              <a:t>Cleaned and combined activity + sleep datasets</a:t>
            </a:r>
          </a:p>
          <a:p>
            <a:r>
              <a:rPr lang="en-US" dirty="0"/>
              <a:t>Created calculated fields:</a:t>
            </a:r>
          </a:p>
          <a:p>
            <a:pPr lvl="1"/>
            <a:r>
              <a:rPr lang="en-US" dirty="0"/>
              <a:t>Weekday</a:t>
            </a:r>
          </a:p>
          <a:p>
            <a:pPr lvl="1"/>
            <a:r>
              <a:rPr lang="en-US" dirty="0" err="1"/>
              <a:t>SleepHours</a:t>
            </a:r>
            <a:endParaRPr lang="en-US" dirty="0"/>
          </a:p>
          <a:p>
            <a:pPr lvl="1"/>
            <a:r>
              <a:rPr lang="en-US" dirty="0" err="1"/>
              <a:t>ActiveMinutes</a:t>
            </a:r>
            <a:endParaRPr lang="en-US" dirty="0"/>
          </a:p>
          <a:p>
            <a:pPr lvl="1"/>
            <a:r>
              <a:rPr lang="en-US" dirty="0" err="1"/>
              <a:t>StepsCategory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07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F4680D4-DEE2-49EE-AF90-EFEAF50A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C0312-344B-4C0A-6B7A-82C58FF7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sz="2400"/>
              <a:t>Average Steps by Weekday</a:t>
            </a:r>
            <a:br>
              <a:rPr lang="en-US" sz="2400"/>
            </a:br>
            <a:endParaRPr lang="en-US" sz="24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0A5586-A4F2-9016-DDB2-C06FF540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858703"/>
            <a:ext cx="5285791" cy="3042547"/>
          </a:xfrm>
        </p:spPr>
        <p:txBody>
          <a:bodyPr>
            <a:normAutofit/>
          </a:bodyPr>
          <a:lstStyle/>
          <a:p>
            <a:r>
              <a:rPr lang="en-US" dirty="0"/>
              <a:t>Activity varies by day. Users are most active mid-week and least active on Sunday.</a:t>
            </a:r>
            <a:br>
              <a:rPr lang="en-US" dirty="0"/>
            </a:br>
            <a:r>
              <a:rPr lang="en-US" dirty="0"/>
              <a:t>→ Opportunity: targeted “Move More” push notifications on low-activity days.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C52EE1-5085-4960-AD29-A926E62E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640080"/>
            <a:ext cx="4017264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15AA94-C237-4412-B37B-EB317D2B0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0772" y="806357"/>
            <a:ext cx="3685032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lue and white vertical lines&#10;&#10;AI-generated content may be incorrect.">
            <a:extLst>
              <a:ext uri="{FF2B5EF4-FFF2-40B4-BE49-F238E27FC236}">
                <a16:creationId xmlns:a16="http://schemas.microsoft.com/office/drawing/2014/main" id="{2C969387-76D5-22B6-309B-485B2960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76" y="970949"/>
            <a:ext cx="2242223" cy="4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82BD5-6410-F932-5F74-3740C918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sz="2000"/>
              <a:t>Steps vs Calories (Correlation)</a:t>
            </a:r>
            <a:br>
              <a:rPr lang="en-US" sz="2000"/>
            </a:br>
            <a:endParaRPr lang="en-US" sz="20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8BF5D3-F2D9-72AB-8DF6-6DA9FF2AE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r>
              <a:rPr lang="en-US" dirty="0"/>
              <a:t>Clear positive relationship: more steps = more calories burned.</a:t>
            </a:r>
            <a:br>
              <a:rPr lang="en-US" dirty="0"/>
            </a:br>
            <a:r>
              <a:rPr lang="en-US" dirty="0"/>
              <a:t>→ Opportunity: gamify daily step challenges and energy goals.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blue dots&#10;&#10;AI-generated content may be incorrect.">
            <a:extLst>
              <a:ext uri="{FF2B5EF4-FFF2-40B4-BE49-F238E27FC236}">
                <a16:creationId xmlns:a16="http://schemas.microsoft.com/office/drawing/2014/main" id="{C8DE490F-0786-647D-E543-D60955BE19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75" b="-3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357678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68981-A231-B53D-D97A-6B2AF314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sz="2000"/>
              <a:t>Sleep Hours Distribution</a:t>
            </a:r>
            <a:br>
              <a:rPr lang="en-US" sz="2000"/>
            </a:br>
            <a:endParaRPr lang="en-US" sz="20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E30B54-AFA1-E382-C0A9-29743694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r>
              <a:rPr lang="en-US" dirty="0"/>
              <a:t>Many users consistently sleep &lt; 7 hours.</a:t>
            </a:r>
            <a:br>
              <a:rPr lang="en-US" dirty="0"/>
            </a:br>
            <a:r>
              <a:rPr lang="en-US" dirty="0"/>
              <a:t>→ Opportunity: promote </a:t>
            </a:r>
            <a:r>
              <a:rPr lang="en-US" dirty="0" err="1"/>
              <a:t>Bellabeat</a:t>
            </a:r>
            <a:r>
              <a:rPr lang="en-US" dirty="0"/>
              <a:t> sleep coaching, bedtime reminders, and wellness tips.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9BE68B49-DB1F-05CC-5035-73F1A05E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95" r="27987" b="-2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295613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966A4D4-049A-4389-B407-0E7091A07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6A00F-2C59-EE8B-0252-B562D064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sz="2000"/>
              <a:t>Active vs Sedentary Minutes</a:t>
            </a:r>
            <a:br>
              <a:rPr lang="en-US" sz="2000"/>
            </a:br>
            <a:endParaRPr lang="en-US" sz="20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9B0835-309B-4F73-CAB9-72AF02C6A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r>
              <a:rPr lang="en-US" dirty="0"/>
              <a:t>Users spend significantly more time sedentary than active.</a:t>
            </a:r>
            <a:br>
              <a:rPr lang="en-US" dirty="0"/>
            </a:br>
            <a:r>
              <a:rPr lang="en-US" dirty="0"/>
              <a:t>→ Opportunity: </a:t>
            </a:r>
            <a:r>
              <a:rPr lang="en-US" dirty="0" err="1"/>
              <a:t>Bellabeat</a:t>
            </a:r>
            <a:r>
              <a:rPr lang="en-US" dirty="0"/>
              <a:t> Time watch can deliver inactivity alerts or “movement nudges.”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899359-8523-4D4D-B568-3FDFAF982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C9585-DA89-4D7E-BCDF-576461A1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77586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FE6663B4-6615-BD80-260C-76401BDB2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823" y="970949"/>
            <a:ext cx="1575305" cy="4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8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C4192-1329-6FC7-755B-4DFF1341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sz="2400"/>
              <a:t>Daily Steps Categories</a:t>
            </a:r>
            <a:br>
              <a:rPr lang="en-US" sz="2400"/>
            </a:b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7EC02-DDA6-EC72-31FA-6446C48DA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majority of days fall in “Low” or “Moderate” categories.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→ Opportunity: introduce personalized step goals and progress tracking.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D8E9FC4-596D-BA06-47EC-3915C77BF5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12" r="-2" b="16793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54071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769E-14BB-4927-CEC7-45876ECE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Behavior Trends Identified</a:t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AD5FDD5-4CD7-B0D4-FECC-C465F585C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589760"/>
            <a:ext cx="44037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increase during weekdays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and calorie burn strongly linked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deficiency is common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Sedentary time dominates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people are not hitting 10k steps</a:t>
            </a:r>
          </a:p>
        </p:txBody>
      </p:sp>
    </p:spTree>
    <p:extLst>
      <p:ext uri="{BB962C8B-B14F-4D97-AF65-F5344CB8AC3E}">
        <p14:creationId xmlns:p14="http://schemas.microsoft.com/office/powerpoint/2010/main" val="3634894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D3EB-6B8E-E3BE-7B47-EE98DDB5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14B2-3DA3-1CCE-7976-E86AE1960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1. Personalized Notifications</a:t>
            </a:r>
          </a:p>
          <a:p>
            <a:r>
              <a:rPr lang="en-US" dirty="0"/>
              <a:t>Remind users to move during sedentary periods</a:t>
            </a:r>
          </a:p>
          <a:p>
            <a:r>
              <a:rPr lang="en-US" dirty="0"/>
              <a:t>Sleep tips before bedtime</a:t>
            </a:r>
          </a:p>
          <a:p>
            <a:r>
              <a:rPr lang="en-US" dirty="0"/>
              <a:t>Morning step-goal alerts</a:t>
            </a:r>
          </a:p>
          <a:p>
            <a:r>
              <a:rPr lang="en-US" dirty="0"/>
              <a:t>2. Step Challenge Campaigns</a:t>
            </a:r>
          </a:p>
          <a:p>
            <a:r>
              <a:rPr lang="en-US" dirty="0"/>
              <a:t>Weekly competitions</a:t>
            </a:r>
          </a:p>
          <a:p>
            <a:r>
              <a:rPr lang="en-US" dirty="0"/>
              <a:t>Reward streaks</a:t>
            </a:r>
          </a:p>
          <a:p>
            <a:r>
              <a:rPr lang="en-US" dirty="0"/>
              <a:t>Social sharing options</a:t>
            </a:r>
          </a:p>
          <a:p>
            <a:r>
              <a:rPr lang="en-US" dirty="0"/>
              <a:t>3. Promote </a:t>
            </a:r>
            <a:r>
              <a:rPr lang="en-US" dirty="0" err="1"/>
              <a:t>Bellabeat</a:t>
            </a:r>
            <a:r>
              <a:rPr lang="en-US" dirty="0"/>
              <a:t> Membership</a:t>
            </a:r>
          </a:p>
          <a:p>
            <a:r>
              <a:rPr lang="en-US" dirty="0"/>
              <a:t>Daily wellness guidance</a:t>
            </a:r>
          </a:p>
          <a:p>
            <a:r>
              <a:rPr lang="en-US" dirty="0"/>
              <a:t>Personalized activity + sleep plans</a:t>
            </a:r>
          </a:p>
          <a:p>
            <a:r>
              <a:rPr lang="en-US" dirty="0"/>
              <a:t>Mindfulness sessions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4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86E0-6A1E-D1ED-08F4-52AC1E72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Product-Specific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DA78-30E6-51C5-4A94-543F949EE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Bellabeat</a:t>
            </a:r>
            <a:r>
              <a:rPr lang="en-US" dirty="0"/>
              <a:t> App</a:t>
            </a:r>
            <a:br>
              <a:rPr lang="en-US" dirty="0"/>
            </a:br>
            <a:r>
              <a:rPr lang="en-US" dirty="0"/>
              <a:t>Insights dashboard + personalized reminders</a:t>
            </a:r>
          </a:p>
          <a:p>
            <a:r>
              <a:rPr lang="en-US" dirty="0" err="1"/>
              <a:t>Bellabeat</a:t>
            </a:r>
            <a:r>
              <a:rPr lang="en-US" dirty="0"/>
              <a:t> Leaf / Time Watch</a:t>
            </a:r>
            <a:br>
              <a:rPr lang="en-US" dirty="0"/>
            </a:br>
            <a:r>
              <a:rPr lang="en-US" dirty="0"/>
              <a:t>Optimize for:</a:t>
            </a:r>
          </a:p>
          <a:p>
            <a:r>
              <a:rPr lang="en-US" dirty="0"/>
              <a:t>step goal coaching</a:t>
            </a:r>
          </a:p>
          <a:p>
            <a:r>
              <a:rPr lang="en-US" dirty="0"/>
              <a:t>inactivity alerts</a:t>
            </a:r>
          </a:p>
          <a:p>
            <a:r>
              <a:rPr lang="en-US" dirty="0"/>
              <a:t>sleep tracking enhancement</a:t>
            </a:r>
          </a:p>
          <a:p>
            <a:r>
              <a:rPr lang="en-US" dirty="0" err="1"/>
              <a:t>Bellabeat</a:t>
            </a:r>
            <a:r>
              <a:rPr lang="en-US" dirty="0"/>
              <a:t> Spring Water Bottle</a:t>
            </a:r>
            <a:br>
              <a:rPr lang="en-US" dirty="0"/>
            </a:br>
            <a:r>
              <a:rPr lang="en-US" dirty="0"/>
              <a:t>Pair hydration reminders with activity level (move → hydrate).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049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F206-D39E-1E96-DB66-ECCA11AF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Recommendation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07FD-57D0-02E3-408A-73D1E767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Bellabeat</a:t>
            </a:r>
            <a:r>
              <a:rPr lang="en-US" dirty="0"/>
              <a:t> should </a:t>
            </a:r>
            <a:r>
              <a:rPr lang="en-US" b="1" dirty="0"/>
              <a:t>target user engagement</a:t>
            </a:r>
            <a:r>
              <a:rPr lang="en-US" dirty="0"/>
              <a:t> by focusing on:</a:t>
            </a:r>
          </a:p>
          <a:p>
            <a:r>
              <a:rPr lang="en-US" dirty="0"/>
              <a:t>Daily movement</a:t>
            </a:r>
          </a:p>
          <a:p>
            <a:r>
              <a:rPr lang="en-US" dirty="0"/>
              <a:t>Better sleep behavior</a:t>
            </a:r>
          </a:p>
          <a:p>
            <a:r>
              <a:rPr lang="en-US" dirty="0"/>
              <a:t>Personalized coaching</a:t>
            </a:r>
          </a:p>
          <a:p>
            <a:r>
              <a:rPr lang="en-US" dirty="0"/>
              <a:t> Habit-forming challenges</a:t>
            </a:r>
          </a:p>
          <a:p>
            <a:r>
              <a:rPr lang="en-US" dirty="0"/>
              <a:t>This leads to improved retention and increased membership conversions.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8177-E04F-D531-F31C-45191522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61A5D-DF3D-6F68-1CD2-870E18C6D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more recent wearable datasets</a:t>
            </a:r>
          </a:p>
          <a:p>
            <a:r>
              <a:rPr lang="en-US" dirty="0"/>
              <a:t>Integrate demographic data</a:t>
            </a:r>
          </a:p>
          <a:p>
            <a:r>
              <a:rPr lang="en-US" dirty="0"/>
              <a:t>Conduct A/B tests on reminder features</a:t>
            </a:r>
          </a:p>
          <a:p>
            <a:r>
              <a:rPr lang="en-US" dirty="0"/>
              <a:t>Build predictive models for user engagement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76350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15</TotalTime>
  <Words>484</Words>
  <Application>Microsoft Macintosh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Bellabeat Case Study: Smart Device Usage Insights </vt:lpstr>
      <vt:lpstr>Introduction</vt:lpstr>
      <vt:lpstr>Business Task</vt:lpstr>
      <vt:lpstr>Data Sources</vt:lpstr>
      <vt:lpstr>Data Preparation</vt:lpstr>
      <vt:lpstr>Average Steps by Weekday </vt:lpstr>
      <vt:lpstr>Steps vs Calories (Correlation) </vt:lpstr>
      <vt:lpstr>Sleep Hours Distribution </vt:lpstr>
      <vt:lpstr>Active vs Sedentary Minutes </vt:lpstr>
      <vt:lpstr>Daily Steps Categories </vt:lpstr>
      <vt:lpstr>User Behavior Trends Identified </vt:lpstr>
      <vt:lpstr>Marketing Recommendations</vt:lpstr>
      <vt:lpstr>Product-Specific Strategy</vt:lpstr>
      <vt:lpstr>High-Level Recommendation 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Edon Lata</dc:creator>
  <cp:lastModifiedBy>Edon Lata</cp:lastModifiedBy>
  <cp:revision>1</cp:revision>
  <dcterms:created xsi:type="dcterms:W3CDTF">2025-11-17T19:03:04Z</dcterms:created>
  <dcterms:modified xsi:type="dcterms:W3CDTF">2025-11-17T19:18:58Z</dcterms:modified>
</cp:coreProperties>
</file>